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511F4B-D58F-9048-C5E1-A29C585F0B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Mes projets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85E0D8-7417-E75B-8A51-351BF461B1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188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43CEEB-34DC-5405-6395-89618F8A7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Blender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BCEC08-532E-5187-6585-1DBAA9E76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636782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{B8346F52-A152-4FA5-9C46-5DC3E5ED5FCB}TFc986dd65-aaf0-4d5c-bef9-9c391ee05f7bae806a50-f8f96d46f117</Template>
  <TotalTime>39</TotalTime>
  <Words>3</Words>
  <Application>Microsoft Office PowerPoint</Application>
  <PresentationFormat>Grand écran</PresentationFormat>
  <Paragraphs>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Galerie</vt:lpstr>
      <vt:lpstr>Mes projets</vt:lpstr>
      <vt:lpstr>Blender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Luc</dc:creator>
  <cp:lastModifiedBy>Jean Luc</cp:lastModifiedBy>
  <cp:revision>1</cp:revision>
  <dcterms:created xsi:type="dcterms:W3CDTF">2026-03-26T23:12:11Z</dcterms:created>
  <dcterms:modified xsi:type="dcterms:W3CDTF">2026-03-26T23:51:22Z</dcterms:modified>
</cp:coreProperties>
</file>